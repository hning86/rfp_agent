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2027 Digital Marketing &amp; Performance Campaign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H&amp;R Block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Enhance H&amp;R Block's digital footprint and drive significant user acquisition.</a:t>
            </a:r>
          </a:p>
          <a:p>
            <a:pPr/>
            <a:r>
              <a:t>Data-driven, comprehensive performance marketing approach.</a:t>
            </a:r>
          </a:p>
          <a:p>
            <a:pPr/>
            <a:r>
              <a:t>Leverage highly targeted social media advertising.</a:t>
            </a:r>
          </a:p>
          <a:p>
            <a:pPr/>
            <a:r>
              <a:t>Underpinned by continuous optimization through advanced analytics.</a:t>
            </a:r>
          </a:p>
          <a:p>
            <a:pPr/>
            <a:r>
              <a:t>GALE’s expertise in impactful digital campaigns and performance marketing principles ensures maximum ROI and measurable growth.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Proposed Performance Strategy &amp; Channel Mix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In-depth audit of current digital assets, market positioning, and competitive landscape.</a:t>
            </a:r>
          </a:p>
          <a:p>
            <a:pPr/>
            <a:r>
              <a:t>Define clear, measurable objectives (e.g., CPA, ROAS, LTV) aligned with business goals.</a:t>
            </a:r>
          </a:p>
          <a:p>
            <a:pPr/>
            <a:r>
              <a:t>Multi-channel framework including SEM, display, programmatic, and strong social media emphasis.</a:t>
            </a:r>
          </a:p>
          <a:p>
            <a:pPr/>
            <a:r>
              <a:t>Key elements: audience segmentation, budget allocation modeling, creative testing frameworks, and robust measurement via advanced attribution.</a:t>
            </a:r>
          </a:p>
          <a:p>
            <a:pPr/>
            <a:r>
              <a:t>Detailed customer journey mapping to tailor messaging for maximum impact and conversion.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Target Audience &amp; Hyper-Focused 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Implement sophisticated social media advertising across relevant platforms (Facebook, Instagram, LinkedIn, emerging platforms).</a:t>
            </a:r>
          </a:p>
          <a:p>
            <a:pPr/>
            <a:r>
              <a:t>Leverage targeting capabilities: first-party data (CRM lookalikes), third-party data segments, and platform-specific behavioral/interest targeting.</a:t>
            </a:r>
          </a:p>
          <a:p>
            <a:pPr/>
            <a:r>
              <a:t>Develop diverse ad creatives (video, image, carousel, story ads) tailored to each platform and audience segment.</a:t>
            </a:r>
          </a:p>
          <a:p>
            <a:pPr/>
            <a:r>
              <a:t>A/B test various messaging, calls to action, and visual elements.</a:t>
            </a:r>
          </a:p>
          <a:p>
            <a:pPr/>
            <a:r>
              <a:t>Employ dynamic creative optimization for personalized ad experiences.</a:t>
            </a:r>
          </a:p>
          <a:p>
            <a:pPr/>
            <a:r>
              <a:t>Design meticulous retargeting campaigns to re-engage interested users.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Media Plan Benchmarks &amp; Historical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Establish a robust analytics framework integrating data from all ad platforms, CRM, and website analytics.</a:t>
            </a:r>
          </a:p>
          <a:p>
            <a:pPr/>
            <a:r>
              <a:t>Continuously monitor Key Performance Indicators (KPIs) through a real-time dashboard for transparency and actionable insights.</a:t>
            </a:r>
          </a:p>
          <a:p>
            <a:pPr/>
            <a:r>
              <a:t>Regular deep dives by data analysts to identify trends, uncover optimization opportunities, and make immediate adjustments.</a:t>
            </a:r>
          </a:p>
          <a:p>
            <a:pPr/>
            <a:r>
              <a:t>Utilize machine learning algorithms for predictive analytics, forecasting performance and identifying challenges/opportunities.</a:t>
            </a:r>
          </a:p>
          <a:p>
            <a:pPr/>
            <a:r>
              <a:t>Proven track record: 35% increase in qualified lead generation and 20% reduction in CPA for a financial planning firm.</a:t>
            </a:r>
          </a:p>
          <a:p>
            <a:pPr/>
            <a:r>
              <a:t>Achieved 40% growth in new user sign-ups for a prominent fintech company.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Competitive Parallels &amp; GALE's Data-Driven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Initial strategy includes an in-depth audit of the competitive landscape to inform strategy.</a:t>
            </a:r>
          </a:p>
          <a:p>
            <a:pPr/>
            <a:r>
              <a:t>Our agency has a proven track record in financial services and consumer tax preparation sectors, offering deep industry insights.</a:t>
            </a:r>
          </a:p>
          <a:p>
            <a:pPr/>
            <a:r>
              <a:t>Leveraging advanced analytics and continuous optimization helps clients outperform competitors.</a:t>
            </a:r>
          </a:p>
          <a:p>
            <a:pPr/>
            <a:r>
              <a:t>Strategic focus on identifying market shifts and consumer behavior ensures a sustained competitive edge.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Strategic Opportunities &amp; Win Themes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Achieve and surpass measurable objectives such as CPA, ROAS, and LTV.</a:t>
            </a:r>
          </a:p>
          <a:p>
            <a:pPr/>
            <a:r>
              <a:t>Data-driven optimization leads to significant ROI improvements and maximized campaign efficiency.</a:t>
            </a:r>
          </a:p>
          <a:p>
            <a:pPr/>
            <a:r>
              <a:t>Utilize machine learning for predictive analytics, enabling proactive adjustments and strategy evolution.</a:t>
            </a:r>
          </a:p>
          <a:p>
            <a:pPr/>
            <a:r>
              <a:t>Ensure continuous improvement through regular performance reviews, strategic adjustments, and ongoing reporting.</a:t>
            </a:r>
          </a:p>
          <a:p>
            <a:pPr/>
            <a:r>
              <a:t>Proven success in reducing CPA, increasing lead generation, and driving user sign-ups.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Proposed Campaign Timeline &amp; Milestones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Phase 1: Discovery &amp; Strategy Development (Weeks 1-3)</a:t>
            </a:r>
          </a:p>
          <a:p>
            <a:pPr/>
            <a:r>
              <a:t>   Week 1: Kick-off meeting, data access setup, initial analytics audit.</a:t>
            </a:r>
          </a:p>
          <a:p>
            <a:pPr/>
            <a:r>
              <a:t>   Week 2: Competitor analysis, audience segmentation, objective setting, KPI finalization.</a:t>
            </a:r>
          </a:p>
          <a:p>
            <a:pPr/>
            <a:r>
              <a:t>   Week 3: Comprehensive performance marketing strategy document delivery and approval.</a:t>
            </a:r>
          </a:p>
          <a:p>
            <a:pPr/>
            <a:r>
              <a:t>Phase 2: Campaign Setup &amp; Creative Development (Weeks 4-6)</a:t>
            </a:r>
          </a:p>
          <a:p>
            <a:pPr/>
            <a:r>
              <a:t>   Week 4: Platform selection, account setup, and tracking implementation.</a:t>
            </a:r>
          </a:p>
          <a:p>
            <a:pPr/>
            <a:r>
              <a:t>   Week 5: Ad copy and creative asset development.</a:t>
            </a:r>
          </a:p>
          <a:p>
            <a:pPr/>
            <a:r>
              <a:t>   Week 6: Ad approval process, initial campaign launch planning.</a:t>
            </a:r>
          </a:p>
          <a:p>
            <a:pPr/>
            <a:r>
              <a:t>Phase 3: Campaign Launch &amp; Optimization (Weeks 7 onwards)</a:t>
            </a:r>
          </a:p>
          <a:p>
            <a:pPr/>
            <a:r>
              <a:t>   Week 7: Staggered campaign launch across identified channels.</a:t>
            </a:r>
          </a:p>
          <a:p>
            <a:pPr/>
            <a:r>
              <a:t>   Weeks 8-12: Daily monitoring, A/B testing, initial performance optimization.</a:t>
            </a:r>
          </a:p>
          <a:p>
            <a:pPr/>
            <a:r>
              <a:t>   Monthly: In-depth performance reviews, strategic adjustments, and reporting.</a:t>
            </a:r>
          </a:p>
          <a:p>
            <a:pPr/>
            <a:r>
              <a:t>   Quarterly: Comprehensive strategic reviews and forward-looking planning sessions.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